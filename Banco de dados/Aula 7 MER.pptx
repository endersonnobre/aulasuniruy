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71" r:id="rId9"/>
    <p:sldId id="262" r:id="rId10"/>
    <p:sldId id="263" r:id="rId11"/>
    <p:sldId id="264" r:id="rId12"/>
    <p:sldId id="265" r:id="rId13"/>
    <p:sldId id="266" r:id="rId14"/>
    <p:sldId id="274" r:id="rId15"/>
    <p:sldId id="267" r:id="rId16"/>
    <p:sldId id="269" r:id="rId17"/>
    <p:sldId id="273" r:id="rId18"/>
    <p:sldId id="275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5F9166-6D0A-461D-A735-5616D30F1E50}" v="57" dt="2025-10-06T22:40:42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derson Nobre" userId="88ed2cba57ee8daf" providerId="LiveId" clId="{FE393982-FEAD-46B6-966E-CD73EC45753C}"/>
    <pc:docChg chg="custSel addSld delSld modSld">
      <pc:chgData name="Enderson Nobre" userId="88ed2cba57ee8daf" providerId="LiveId" clId="{FE393982-FEAD-46B6-966E-CD73EC45753C}" dt="2025-10-06T22:40:46.298" v="2117" actId="167"/>
      <pc:docMkLst>
        <pc:docMk/>
      </pc:docMkLst>
      <pc:sldChg chg="addSp modSp mod">
        <pc:chgData name="Enderson Nobre" userId="88ed2cba57ee8daf" providerId="LiveId" clId="{FE393982-FEAD-46B6-966E-CD73EC45753C}" dt="2025-10-05T22:32:19.846" v="1988" actId="1076"/>
        <pc:sldMkLst>
          <pc:docMk/>
          <pc:sldMk cId="282761786" sldId="256"/>
        </pc:sldMkLst>
        <pc:spChg chg="mod">
          <ac:chgData name="Enderson Nobre" userId="88ed2cba57ee8daf" providerId="LiveId" clId="{FE393982-FEAD-46B6-966E-CD73EC45753C}" dt="2025-10-05T19:59:48.882" v="1980" actId="20577"/>
          <ac:spMkLst>
            <pc:docMk/>
            <pc:sldMk cId="282761786" sldId="256"/>
            <ac:spMk id="2" creationId="{B85B3E18-4492-8264-5EE8-01A7018DC17D}"/>
          </ac:spMkLst>
        </pc:spChg>
        <pc:picChg chg="add mod">
          <ac:chgData name="Enderson Nobre" userId="88ed2cba57ee8daf" providerId="LiveId" clId="{FE393982-FEAD-46B6-966E-CD73EC45753C}" dt="2025-10-05T22:32:19.846" v="1988" actId="1076"/>
          <ac:picMkLst>
            <pc:docMk/>
            <pc:sldMk cId="282761786" sldId="256"/>
            <ac:picMk id="4" creationId="{E16F15CF-AEDA-68EF-9672-DFEA310DECFB}"/>
          </ac:picMkLst>
        </pc:picChg>
      </pc:sldChg>
      <pc:sldChg chg="addSp modSp">
        <pc:chgData name="Enderson Nobre" userId="88ed2cba57ee8daf" providerId="LiveId" clId="{FE393982-FEAD-46B6-966E-CD73EC45753C}" dt="2025-10-05T22:32:22.762" v="1989"/>
        <pc:sldMkLst>
          <pc:docMk/>
          <pc:sldMk cId="528120563" sldId="257"/>
        </pc:sldMkLst>
        <pc:picChg chg="add mod">
          <ac:chgData name="Enderson Nobre" userId="88ed2cba57ee8daf" providerId="LiveId" clId="{FE393982-FEAD-46B6-966E-CD73EC45753C}" dt="2025-10-05T22:32:22.762" v="1989"/>
          <ac:picMkLst>
            <pc:docMk/>
            <pc:sldMk cId="528120563" sldId="257"/>
            <ac:picMk id="6" creationId="{AED12D57-67E0-BFF0-DA13-5F822F468BF7}"/>
          </ac:picMkLst>
        </pc:picChg>
      </pc:sldChg>
      <pc:sldChg chg="addSp modSp">
        <pc:chgData name="Enderson Nobre" userId="88ed2cba57ee8daf" providerId="LiveId" clId="{FE393982-FEAD-46B6-966E-CD73EC45753C}" dt="2025-10-05T22:32:24.108" v="1990"/>
        <pc:sldMkLst>
          <pc:docMk/>
          <pc:sldMk cId="3053507333" sldId="258"/>
        </pc:sldMkLst>
        <pc:picChg chg="add mod">
          <ac:chgData name="Enderson Nobre" userId="88ed2cba57ee8daf" providerId="LiveId" clId="{FE393982-FEAD-46B6-966E-CD73EC45753C}" dt="2025-10-05T22:32:24.108" v="1990"/>
          <ac:picMkLst>
            <pc:docMk/>
            <pc:sldMk cId="3053507333" sldId="258"/>
            <ac:picMk id="5" creationId="{3F5AB572-C779-5ED2-61F4-855303263C7C}"/>
          </ac:picMkLst>
        </pc:picChg>
      </pc:sldChg>
      <pc:sldChg chg="addSp modSp mod">
        <pc:chgData name="Enderson Nobre" userId="88ed2cba57ee8daf" providerId="LiveId" clId="{FE393982-FEAD-46B6-966E-CD73EC45753C}" dt="2025-10-05T22:33:04.884" v="1993" actId="167"/>
        <pc:sldMkLst>
          <pc:docMk/>
          <pc:sldMk cId="1467306428" sldId="259"/>
        </pc:sldMkLst>
        <pc:picChg chg="add mod ord">
          <ac:chgData name="Enderson Nobre" userId="88ed2cba57ee8daf" providerId="LiveId" clId="{FE393982-FEAD-46B6-966E-CD73EC45753C}" dt="2025-10-05T22:33:04.884" v="1993" actId="167"/>
          <ac:picMkLst>
            <pc:docMk/>
            <pc:sldMk cId="1467306428" sldId="259"/>
            <ac:picMk id="5" creationId="{E54FA12A-3D3D-1946-C653-C8F7D68E00A7}"/>
          </ac:picMkLst>
        </pc:picChg>
      </pc:sldChg>
      <pc:sldChg chg="addSp modSp mod">
        <pc:chgData name="Enderson Nobre" userId="88ed2cba57ee8daf" providerId="LiveId" clId="{FE393982-FEAD-46B6-966E-CD73EC45753C}" dt="2025-10-05T22:33:14.601" v="1995" actId="167"/>
        <pc:sldMkLst>
          <pc:docMk/>
          <pc:sldMk cId="2387816313" sldId="260"/>
        </pc:sldMkLst>
        <pc:picChg chg="add mod ord">
          <ac:chgData name="Enderson Nobre" userId="88ed2cba57ee8daf" providerId="LiveId" clId="{FE393982-FEAD-46B6-966E-CD73EC45753C}" dt="2025-10-05T22:33:14.601" v="1995" actId="167"/>
          <ac:picMkLst>
            <pc:docMk/>
            <pc:sldMk cId="2387816313" sldId="260"/>
            <ac:picMk id="5" creationId="{A4D8FE5A-1F51-FEE1-2800-1B93B4EDA359}"/>
          </ac:picMkLst>
        </pc:picChg>
      </pc:sldChg>
      <pc:sldChg chg="addSp modSp mod">
        <pc:chgData name="Enderson Nobre" userId="88ed2cba57ee8daf" providerId="LiveId" clId="{FE393982-FEAD-46B6-966E-CD73EC45753C}" dt="2025-10-05T22:33:24.689" v="1997" actId="167"/>
        <pc:sldMkLst>
          <pc:docMk/>
          <pc:sldMk cId="448338610" sldId="261"/>
        </pc:sldMkLst>
        <pc:picChg chg="add mod ord">
          <ac:chgData name="Enderson Nobre" userId="88ed2cba57ee8daf" providerId="LiveId" clId="{FE393982-FEAD-46B6-966E-CD73EC45753C}" dt="2025-10-05T22:33:24.689" v="1997" actId="167"/>
          <ac:picMkLst>
            <pc:docMk/>
            <pc:sldMk cId="448338610" sldId="261"/>
            <ac:picMk id="5" creationId="{A8D4FFAC-7A63-5973-2A8A-E4B6BE6D6371}"/>
          </ac:picMkLst>
        </pc:picChg>
      </pc:sldChg>
      <pc:sldChg chg="addSp modSp mod">
        <pc:chgData name="Enderson Nobre" userId="88ed2cba57ee8daf" providerId="LiveId" clId="{FE393982-FEAD-46B6-966E-CD73EC45753C}" dt="2025-10-05T22:33:44.597" v="2001" actId="167"/>
        <pc:sldMkLst>
          <pc:docMk/>
          <pc:sldMk cId="3394406245" sldId="262"/>
        </pc:sldMkLst>
        <pc:picChg chg="add mod ord">
          <ac:chgData name="Enderson Nobre" userId="88ed2cba57ee8daf" providerId="LiveId" clId="{FE393982-FEAD-46B6-966E-CD73EC45753C}" dt="2025-10-05T22:33:44.597" v="2001" actId="167"/>
          <ac:picMkLst>
            <pc:docMk/>
            <pc:sldMk cId="3394406245" sldId="262"/>
            <ac:picMk id="7" creationId="{6B206907-5D7E-D8BA-64E4-6E310F9A0452}"/>
          </ac:picMkLst>
        </pc:picChg>
      </pc:sldChg>
      <pc:sldChg chg="addSp modSp mod">
        <pc:chgData name="Enderson Nobre" userId="88ed2cba57ee8daf" providerId="LiveId" clId="{FE393982-FEAD-46B6-966E-CD73EC45753C}" dt="2025-10-05T22:33:58.078" v="2003" actId="167"/>
        <pc:sldMkLst>
          <pc:docMk/>
          <pc:sldMk cId="1825662057" sldId="263"/>
        </pc:sldMkLst>
        <pc:picChg chg="add mod ord">
          <ac:chgData name="Enderson Nobre" userId="88ed2cba57ee8daf" providerId="LiveId" clId="{FE393982-FEAD-46B6-966E-CD73EC45753C}" dt="2025-10-05T22:33:58.078" v="2003" actId="167"/>
          <ac:picMkLst>
            <pc:docMk/>
            <pc:sldMk cId="1825662057" sldId="263"/>
            <ac:picMk id="5" creationId="{45150F32-22ED-3ED8-E149-C5030189B18E}"/>
          </ac:picMkLst>
        </pc:picChg>
      </pc:sldChg>
      <pc:sldChg chg="addSp modSp mod">
        <pc:chgData name="Enderson Nobre" userId="88ed2cba57ee8daf" providerId="LiveId" clId="{FE393982-FEAD-46B6-966E-CD73EC45753C}" dt="2025-10-05T22:34:03.174" v="2005" actId="167"/>
        <pc:sldMkLst>
          <pc:docMk/>
          <pc:sldMk cId="3694239076" sldId="264"/>
        </pc:sldMkLst>
        <pc:picChg chg="add mod ord">
          <ac:chgData name="Enderson Nobre" userId="88ed2cba57ee8daf" providerId="LiveId" clId="{FE393982-FEAD-46B6-966E-CD73EC45753C}" dt="2025-10-05T22:34:03.174" v="2005" actId="167"/>
          <ac:picMkLst>
            <pc:docMk/>
            <pc:sldMk cId="3694239076" sldId="264"/>
            <ac:picMk id="5" creationId="{5ED271BF-FF83-D8D7-8FBC-3ABB97710C5A}"/>
          </ac:picMkLst>
        </pc:picChg>
      </pc:sldChg>
      <pc:sldChg chg="addSp modSp mod">
        <pc:chgData name="Enderson Nobre" userId="88ed2cba57ee8daf" providerId="LiveId" clId="{FE393982-FEAD-46B6-966E-CD73EC45753C}" dt="2025-10-05T22:34:08.801" v="2007" actId="167"/>
        <pc:sldMkLst>
          <pc:docMk/>
          <pc:sldMk cId="1632945591" sldId="265"/>
        </pc:sldMkLst>
        <pc:picChg chg="add mod ord">
          <ac:chgData name="Enderson Nobre" userId="88ed2cba57ee8daf" providerId="LiveId" clId="{FE393982-FEAD-46B6-966E-CD73EC45753C}" dt="2025-10-05T22:34:08.801" v="2007" actId="167"/>
          <ac:picMkLst>
            <pc:docMk/>
            <pc:sldMk cId="1632945591" sldId="265"/>
            <ac:picMk id="5" creationId="{F68424A2-8BAB-E8C7-0B58-746F678AE564}"/>
          </ac:picMkLst>
        </pc:picChg>
      </pc:sldChg>
      <pc:sldChg chg="addSp modSp mod">
        <pc:chgData name="Enderson Nobre" userId="88ed2cba57ee8daf" providerId="LiveId" clId="{FE393982-FEAD-46B6-966E-CD73EC45753C}" dt="2025-10-05T22:34:17.270" v="2009" actId="167"/>
        <pc:sldMkLst>
          <pc:docMk/>
          <pc:sldMk cId="2801388879" sldId="266"/>
        </pc:sldMkLst>
        <pc:spChg chg="mod">
          <ac:chgData name="Enderson Nobre" userId="88ed2cba57ee8daf" providerId="LiveId" clId="{FE393982-FEAD-46B6-966E-CD73EC45753C}" dt="2025-10-05T14:42:14.323" v="141" actId="20577"/>
          <ac:spMkLst>
            <pc:docMk/>
            <pc:sldMk cId="2801388879" sldId="266"/>
            <ac:spMk id="3" creationId="{577824FC-347F-40C1-B29A-E7D88D24B865}"/>
          </ac:spMkLst>
        </pc:spChg>
        <pc:picChg chg="add mod modCrop">
          <ac:chgData name="Enderson Nobre" userId="88ed2cba57ee8daf" providerId="LiveId" clId="{FE393982-FEAD-46B6-966E-CD73EC45753C}" dt="2025-10-05T14:43:07.882" v="149" actId="1076"/>
          <ac:picMkLst>
            <pc:docMk/>
            <pc:sldMk cId="2801388879" sldId="266"/>
            <ac:picMk id="4" creationId="{2B63ACAE-E398-722D-8B9E-9743F2F90D48}"/>
          </ac:picMkLst>
        </pc:picChg>
        <pc:picChg chg="add mod ord">
          <ac:chgData name="Enderson Nobre" userId="88ed2cba57ee8daf" providerId="LiveId" clId="{FE393982-FEAD-46B6-966E-CD73EC45753C}" dt="2025-10-05T22:34:17.270" v="2009" actId="167"/>
          <ac:picMkLst>
            <pc:docMk/>
            <pc:sldMk cId="2801388879" sldId="266"/>
            <ac:picMk id="5" creationId="{DF5B3544-15B2-0B30-4043-7F5DEE1958B5}"/>
          </ac:picMkLst>
        </pc:picChg>
        <pc:picChg chg="add">
          <ac:chgData name="Enderson Nobre" userId="88ed2cba57ee8daf" providerId="LiveId" clId="{FE393982-FEAD-46B6-966E-CD73EC45753C}" dt="2025-10-05T14:42:29.444" v="142"/>
          <ac:picMkLst>
            <pc:docMk/>
            <pc:sldMk cId="2801388879" sldId="266"/>
            <ac:picMk id="9218" creationId="{355F3ACF-DC32-32CE-066C-0D7B5B34EF1C}"/>
          </ac:picMkLst>
        </pc:picChg>
      </pc:sldChg>
      <pc:sldChg chg="addSp modSp new mod">
        <pc:chgData name="Enderson Nobre" userId="88ed2cba57ee8daf" providerId="LiveId" clId="{FE393982-FEAD-46B6-966E-CD73EC45753C}" dt="2025-10-05T22:34:31.173" v="2014" actId="167"/>
        <pc:sldMkLst>
          <pc:docMk/>
          <pc:sldMk cId="937518076" sldId="267"/>
        </pc:sldMkLst>
        <pc:spChg chg="mod">
          <ac:chgData name="Enderson Nobre" userId="88ed2cba57ee8daf" providerId="LiveId" clId="{FE393982-FEAD-46B6-966E-CD73EC45753C}" dt="2025-10-05T14:43:15.640" v="151"/>
          <ac:spMkLst>
            <pc:docMk/>
            <pc:sldMk cId="937518076" sldId="267"/>
            <ac:spMk id="2" creationId="{8FFC5126-EE50-F280-E944-912FE99C408B}"/>
          </ac:spMkLst>
        </pc:spChg>
        <pc:spChg chg="mod">
          <ac:chgData name="Enderson Nobre" userId="88ed2cba57ee8daf" providerId="LiveId" clId="{FE393982-FEAD-46B6-966E-CD73EC45753C}" dt="2025-10-05T17:16:17.872" v="362" actId="20577"/>
          <ac:spMkLst>
            <pc:docMk/>
            <pc:sldMk cId="937518076" sldId="267"/>
            <ac:spMk id="3" creationId="{AB993D8E-CDCF-8045-7125-D336840C00B1}"/>
          </ac:spMkLst>
        </pc:spChg>
        <pc:picChg chg="add mod ord">
          <ac:chgData name="Enderson Nobre" userId="88ed2cba57ee8daf" providerId="LiveId" clId="{FE393982-FEAD-46B6-966E-CD73EC45753C}" dt="2025-10-05T22:34:31.173" v="2014" actId="167"/>
          <ac:picMkLst>
            <pc:docMk/>
            <pc:sldMk cId="937518076" sldId="267"/>
            <ac:picMk id="4" creationId="{EDEA4F87-4560-8436-531A-5DFFECA2FE04}"/>
          </ac:picMkLst>
        </pc:picChg>
      </pc:sldChg>
      <pc:sldChg chg="modSp new del mod">
        <pc:chgData name="Enderson Nobre" userId="88ed2cba57ee8daf" providerId="LiveId" clId="{FE393982-FEAD-46B6-966E-CD73EC45753C}" dt="2025-10-05T18:49:21.132" v="764" actId="2696"/>
        <pc:sldMkLst>
          <pc:docMk/>
          <pc:sldMk cId="2980130029" sldId="268"/>
        </pc:sldMkLst>
        <pc:spChg chg="mod">
          <ac:chgData name="Enderson Nobre" userId="88ed2cba57ee8daf" providerId="LiveId" clId="{FE393982-FEAD-46B6-966E-CD73EC45753C}" dt="2025-10-05T17:22:23.226" v="364"/>
          <ac:spMkLst>
            <pc:docMk/>
            <pc:sldMk cId="2980130029" sldId="268"/>
            <ac:spMk id="2" creationId="{1D630B82-FF52-3725-29AE-261EF796DB04}"/>
          </ac:spMkLst>
        </pc:spChg>
        <pc:spChg chg="mod">
          <ac:chgData name="Enderson Nobre" userId="88ed2cba57ee8daf" providerId="LiveId" clId="{FE393982-FEAD-46B6-966E-CD73EC45753C}" dt="2025-10-05T17:30:16.846" v="561" actId="20577"/>
          <ac:spMkLst>
            <pc:docMk/>
            <pc:sldMk cId="2980130029" sldId="268"/>
            <ac:spMk id="3" creationId="{B8607BFE-B43E-3292-E970-603CC7845DFE}"/>
          </ac:spMkLst>
        </pc:spChg>
      </pc:sldChg>
      <pc:sldChg chg="addSp modSp new mod">
        <pc:chgData name="Enderson Nobre" userId="88ed2cba57ee8daf" providerId="LiveId" clId="{FE393982-FEAD-46B6-966E-CD73EC45753C}" dt="2025-10-05T22:34:39.134" v="2016" actId="167"/>
        <pc:sldMkLst>
          <pc:docMk/>
          <pc:sldMk cId="1733522975" sldId="269"/>
        </pc:sldMkLst>
        <pc:spChg chg="mod">
          <ac:chgData name="Enderson Nobre" userId="88ed2cba57ee8daf" providerId="LiveId" clId="{FE393982-FEAD-46B6-966E-CD73EC45753C}" dt="2025-10-05T17:31:06.577" v="563"/>
          <ac:spMkLst>
            <pc:docMk/>
            <pc:sldMk cId="1733522975" sldId="269"/>
            <ac:spMk id="2" creationId="{C80DCA4E-F00D-7F2F-302A-5B9E3FB21ECB}"/>
          </ac:spMkLst>
        </pc:spChg>
        <pc:spChg chg="mod">
          <ac:chgData name="Enderson Nobre" userId="88ed2cba57ee8daf" providerId="LiveId" clId="{FE393982-FEAD-46B6-966E-CD73EC45753C}" dt="2025-10-05T17:32:55.035" v="732" actId="20577"/>
          <ac:spMkLst>
            <pc:docMk/>
            <pc:sldMk cId="1733522975" sldId="269"/>
            <ac:spMk id="3" creationId="{A5C08220-5D75-A772-9E72-D7DDC20F8227}"/>
          </ac:spMkLst>
        </pc:spChg>
        <pc:picChg chg="add mod modCrop">
          <ac:chgData name="Enderson Nobre" userId="88ed2cba57ee8daf" providerId="LiveId" clId="{FE393982-FEAD-46B6-966E-CD73EC45753C}" dt="2025-10-05T17:34:29.937" v="739" actId="14100"/>
          <ac:picMkLst>
            <pc:docMk/>
            <pc:sldMk cId="1733522975" sldId="269"/>
            <ac:picMk id="4" creationId="{FE5881A2-6CE0-79A9-10E9-7E6F22CE3AFC}"/>
          </ac:picMkLst>
        </pc:picChg>
        <pc:picChg chg="add mod ord">
          <ac:chgData name="Enderson Nobre" userId="88ed2cba57ee8daf" providerId="LiveId" clId="{FE393982-FEAD-46B6-966E-CD73EC45753C}" dt="2025-10-05T22:34:39.134" v="2016" actId="167"/>
          <ac:picMkLst>
            <pc:docMk/>
            <pc:sldMk cId="1733522975" sldId="269"/>
            <ac:picMk id="5" creationId="{DB922260-25CC-8E3C-B985-1C96F8A7DD10}"/>
          </ac:picMkLst>
        </pc:picChg>
        <pc:picChg chg="add">
          <ac:chgData name="Enderson Nobre" userId="88ed2cba57ee8daf" providerId="LiveId" clId="{FE393982-FEAD-46B6-966E-CD73EC45753C}" dt="2025-10-05T17:34:09.776" v="733"/>
          <ac:picMkLst>
            <pc:docMk/>
            <pc:sldMk cId="1733522975" sldId="269"/>
            <ac:picMk id="10242" creationId="{3DBD36F9-F319-B6EA-8A77-7A7B0503C952}"/>
          </ac:picMkLst>
        </pc:picChg>
      </pc:sldChg>
      <pc:sldChg chg="addSp delSp modSp new del mod">
        <pc:chgData name="Enderson Nobre" userId="88ed2cba57ee8daf" providerId="LiveId" clId="{FE393982-FEAD-46B6-966E-CD73EC45753C}" dt="2025-10-05T19:02:20.818" v="963" actId="2696"/>
        <pc:sldMkLst>
          <pc:docMk/>
          <pc:sldMk cId="2262128578" sldId="270"/>
        </pc:sldMkLst>
        <pc:spChg chg="mod">
          <ac:chgData name="Enderson Nobre" userId="88ed2cba57ee8daf" providerId="LiveId" clId="{FE393982-FEAD-46B6-966E-CD73EC45753C}" dt="2025-10-05T18:56:11.803" v="946" actId="20577"/>
          <ac:spMkLst>
            <pc:docMk/>
            <pc:sldMk cId="2262128578" sldId="270"/>
            <ac:spMk id="2" creationId="{DF18D440-8929-39BC-4969-CE97696CE5BF}"/>
          </ac:spMkLst>
        </pc:spChg>
        <pc:spChg chg="del mod">
          <ac:chgData name="Enderson Nobre" userId="88ed2cba57ee8daf" providerId="LiveId" clId="{FE393982-FEAD-46B6-966E-CD73EC45753C}" dt="2025-10-05T18:58:22.706" v="950"/>
          <ac:spMkLst>
            <pc:docMk/>
            <pc:sldMk cId="2262128578" sldId="270"/>
            <ac:spMk id="3" creationId="{95CAAEEF-45DF-C736-6FCB-767484C61C14}"/>
          </ac:spMkLst>
        </pc:spChg>
        <pc:picChg chg="add mod">
          <ac:chgData name="Enderson Nobre" userId="88ed2cba57ee8daf" providerId="LiveId" clId="{FE393982-FEAD-46B6-966E-CD73EC45753C}" dt="2025-10-05T18:58:25.007" v="951" actId="14100"/>
          <ac:picMkLst>
            <pc:docMk/>
            <pc:sldMk cId="2262128578" sldId="270"/>
            <ac:picMk id="12290" creationId="{5B74F5FF-414E-6181-3B72-8B31021A9514}"/>
          </ac:picMkLst>
        </pc:picChg>
      </pc:sldChg>
      <pc:sldChg chg="addSp modSp new mod">
        <pc:chgData name="Enderson Nobre" userId="88ed2cba57ee8daf" providerId="LiveId" clId="{FE393982-FEAD-46B6-966E-CD73EC45753C}" dt="2025-10-05T22:33:39.029" v="1999" actId="167"/>
        <pc:sldMkLst>
          <pc:docMk/>
          <pc:sldMk cId="2342771156" sldId="271"/>
        </pc:sldMkLst>
        <pc:spChg chg="mod">
          <ac:chgData name="Enderson Nobre" userId="88ed2cba57ee8daf" providerId="LiveId" clId="{FE393982-FEAD-46B6-966E-CD73EC45753C}" dt="2025-10-05T18:51:34.533" v="795"/>
          <ac:spMkLst>
            <pc:docMk/>
            <pc:sldMk cId="2342771156" sldId="271"/>
            <ac:spMk id="2" creationId="{40FD7390-F8C0-13A8-6CB3-3408128A68B5}"/>
          </ac:spMkLst>
        </pc:spChg>
        <pc:spChg chg="mod">
          <ac:chgData name="Enderson Nobre" userId="88ed2cba57ee8daf" providerId="LiveId" clId="{FE393982-FEAD-46B6-966E-CD73EC45753C}" dt="2025-10-05T18:52:51.087" v="931" actId="20577"/>
          <ac:spMkLst>
            <pc:docMk/>
            <pc:sldMk cId="2342771156" sldId="271"/>
            <ac:spMk id="3" creationId="{CB251F72-B55B-EA12-D132-1EACE5D523F5}"/>
          </ac:spMkLst>
        </pc:spChg>
        <pc:picChg chg="add mod modCrop">
          <ac:chgData name="Enderson Nobre" userId="88ed2cba57ee8daf" providerId="LiveId" clId="{FE393982-FEAD-46B6-966E-CD73EC45753C}" dt="2025-10-05T18:53:23.444" v="938" actId="1076"/>
          <ac:picMkLst>
            <pc:docMk/>
            <pc:sldMk cId="2342771156" sldId="271"/>
            <ac:picMk id="4" creationId="{D6C83C05-47AA-06C7-A762-4914E632E673}"/>
          </ac:picMkLst>
        </pc:picChg>
        <pc:picChg chg="add mod ord">
          <ac:chgData name="Enderson Nobre" userId="88ed2cba57ee8daf" providerId="LiveId" clId="{FE393982-FEAD-46B6-966E-CD73EC45753C}" dt="2025-10-05T22:33:39.029" v="1999" actId="167"/>
          <ac:picMkLst>
            <pc:docMk/>
            <pc:sldMk cId="2342771156" sldId="271"/>
            <ac:picMk id="5" creationId="{46174368-8E9F-14A0-DD4C-CBBA7802F849}"/>
          </ac:picMkLst>
        </pc:picChg>
        <pc:picChg chg="add">
          <ac:chgData name="Enderson Nobre" userId="88ed2cba57ee8daf" providerId="LiveId" clId="{FE393982-FEAD-46B6-966E-CD73EC45753C}" dt="2025-10-05T18:53:02.001" v="932"/>
          <ac:picMkLst>
            <pc:docMk/>
            <pc:sldMk cId="2342771156" sldId="271"/>
            <ac:picMk id="11266" creationId="{DD23AABA-627B-18BB-6030-EC78F98877C9}"/>
          </ac:picMkLst>
        </pc:picChg>
      </pc:sldChg>
      <pc:sldChg chg="addSp modSp new mod">
        <pc:chgData name="Enderson Nobre" userId="88ed2cba57ee8daf" providerId="LiveId" clId="{FE393982-FEAD-46B6-966E-CD73EC45753C}" dt="2025-10-05T22:34:51.580" v="2020"/>
        <pc:sldMkLst>
          <pc:docMk/>
          <pc:sldMk cId="2383856749" sldId="272"/>
        </pc:sldMkLst>
        <pc:spChg chg="mod">
          <ac:chgData name="Enderson Nobre" userId="88ed2cba57ee8daf" providerId="LiveId" clId="{FE393982-FEAD-46B6-966E-CD73EC45753C}" dt="2025-10-05T18:59:10.490" v="961" actId="20577"/>
          <ac:spMkLst>
            <pc:docMk/>
            <pc:sldMk cId="2383856749" sldId="272"/>
            <ac:spMk id="2" creationId="{80CC16EC-75B7-B695-2B85-3DB8F8F0E73A}"/>
          </ac:spMkLst>
        </pc:spChg>
        <pc:spChg chg="mod">
          <ac:chgData name="Enderson Nobre" userId="88ed2cba57ee8daf" providerId="LiveId" clId="{FE393982-FEAD-46B6-966E-CD73EC45753C}" dt="2025-10-05T19:29:41.038" v="1940" actId="20577"/>
          <ac:spMkLst>
            <pc:docMk/>
            <pc:sldMk cId="2383856749" sldId="272"/>
            <ac:spMk id="3" creationId="{DFFC9176-1302-AA12-FC96-2EA6C9E7B110}"/>
          </ac:spMkLst>
        </pc:spChg>
        <pc:picChg chg="add mod">
          <ac:chgData name="Enderson Nobre" userId="88ed2cba57ee8daf" providerId="LiveId" clId="{FE393982-FEAD-46B6-966E-CD73EC45753C}" dt="2025-10-05T22:34:51.580" v="2020"/>
          <ac:picMkLst>
            <pc:docMk/>
            <pc:sldMk cId="2383856749" sldId="272"/>
            <ac:picMk id="4" creationId="{6608C3B8-A472-65D2-37E5-0D8ACFD663C9}"/>
          </ac:picMkLst>
        </pc:picChg>
      </pc:sldChg>
      <pc:sldChg chg="addSp modSp new mod">
        <pc:chgData name="Enderson Nobre" userId="88ed2cba57ee8daf" providerId="LiveId" clId="{FE393982-FEAD-46B6-966E-CD73EC45753C}" dt="2025-10-05T22:34:44.838" v="2018" actId="167"/>
        <pc:sldMkLst>
          <pc:docMk/>
          <pc:sldMk cId="1314175259" sldId="273"/>
        </pc:sldMkLst>
        <pc:spChg chg="mod">
          <ac:chgData name="Enderson Nobre" userId="88ed2cba57ee8daf" providerId="LiveId" clId="{FE393982-FEAD-46B6-966E-CD73EC45753C}" dt="2025-10-05T19:07:19.347" v="966"/>
          <ac:spMkLst>
            <pc:docMk/>
            <pc:sldMk cId="1314175259" sldId="273"/>
            <ac:spMk id="2" creationId="{52BD4DCC-F5A0-4BA5-4942-EBA73A2A0022}"/>
          </ac:spMkLst>
        </pc:spChg>
        <pc:spChg chg="mod">
          <ac:chgData name="Enderson Nobre" userId="88ed2cba57ee8daf" providerId="LiveId" clId="{FE393982-FEAD-46B6-966E-CD73EC45753C}" dt="2025-10-05T19:08:22.865" v="1118" actId="20577"/>
          <ac:spMkLst>
            <pc:docMk/>
            <pc:sldMk cId="1314175259" sldId="273"/>
            <ac:spMk id="3" creationId="{C22CBC8D-2CEC-B923-858F-D337ED348F76}"/>
          </ac:spMkLst>
        </pc:spChg>
        <pc:picChg chg="add mod modCrop">
          <ac:chgData name="Enderson Nobre" userId="88ed2cba57ee8daf" providerId="LiveId" clId="{FE393982-FEAD-46B6-966E-CD73EC45753C}" dt="2025-10-05T19:09:08.929" v="1127" actId="1076"/>
          <ac:picMkLst>
            <pc:docMk/>
            <pc:sldMk cId="1314175259" sldId="273"/>
            <ac:picMk id="4" creationId="{90D017D5-9521-F9C2-3762-EF0246471D06}"/>
          </ac:picMkLst>
        </pc:picChg>
        <pc:picChg chg="add mod ord">
          <ac:chgData name="Enderson Nobre" userId="88ed2cba57ee8daf" providerId="LiveId" clId="{FE393982-FEAD-46B6-966E-CD73EC45753C}" dt="2025-10-05T22:34:44.838" v="2018" actId="167"/>
          <ac:picMkLst>
            <pc:docMk/>
            <pc:sldMk cId="1314175259" sldId="273"/>
            <ac:picMk id="5" creationId="{BC6415E2-4FFC-0847-5CF0-EE4B17A45036}"/>
          </ac:picMkLst>
        </pc:picChg>
        <pc:picChg chg="add">
          <ac:chgData name="Enderson Nobre" userId="88ed2cba57ee8daf" providerId="LiveId" clId="{FE393982-FEAD-46B6-966E-CD73EC45753C}" dt="2025-10-05T19:08:32.831" v="1119"/>
          <ac:picMkLst>
            <pc:docMk/>
            <pc:sldMk cId="1314175259" sldId="273"/>
            <ac:picMk id="13314" creationId="{0FFA8EA5-88F1-AC1E-2111-33E557B01AF2}"/>
          </ac:picMkLst>
        </pc:picChg>
      </pc:sldChg>
      <pc:sldChg chg="addSp modSp new mod">
        <pc:chgData name="Enderson Nobre" userId="88ed2cba57ee8daf" providerId="LiveId" clId="{FE393982-FEAD-46B6-966E-CD73EC45753C}" dt="2025-10-05T22:34:23.264" v="2012" actId="167"/>
        <pc:sldMkLst>
          <pc:docMk/>
          <pc:sldMk cId="1106011918" sldId="274"/>
        </pc:sldMkLst>
        <pc:spChg chg="mod">
          <ac:chgData name="Enderson Nobre" userId="88ed2cba57ee8daf" providerId="LiveId" clId="{FE393982-FEAD-46B6-966E-CD73EC45753C}" dt="2025-10-05T19:12:56.433" v="1237"/>
          <ac:spMkLst>
            <pc:docMk/>
            <pc:sldMk cId="1106011918" sldId="274"/>
            <ac:spMk id="2" creationId="{51E5F8B0-E68E-37C0-7FC9-1745D279DCF4}"/>
          </ac:spMkLst>
        </pc:spChg>
        <pc:spChg chg="mod">
          <ac:chgData name="Enderson Nobre" userId="88ed2cba57ee8daf" providerId="LiveId" clId="{FE393982-FEAD-46B6-966E-CD73EC45753C}" dt="2025-10-05T19:12:27.481" v="1229" actId="20577"/>
          <ac:spMkLst>
            <pc:docMk/>
            <pc:sldMk cId="1106011918" sldId="274"/>
            <ac:spMk id="3" creationId="{ABD18D3C-18DD-C183-0540-51DF543FA99F}"/>
          </ac:spMkLst>
        </pc:spChg>
        <pc:picChg chg="add mod modCrop">
          <ac:chgData name="Enderson Nobre" userId="88ed2cba57ee8daf" providerId="LiveId" clId="{FE393982-FEAD-46B6-966E-CD73EC45753C}" dt="2025-10-05T19:12:49.906" v="1236" actId="1076"/>
          <ac:picMkLst>
            <pc:docMk/>
            <pc:sldMk cId="1106011918" sldId="274"/>
            <ac:picMk id="4" creationId="{8EAD9C12-4205-C27C-91D7-D1D49E4D7B2F}"/>
          </ac:picMkLst>
        </pc:picChg>
        <pc:picChg chg="add mod ord">
          <ac:chgData name="Enderson Nobre" userId="88ed2cba57ee8daf" providerId="LiveId" clId="{FE393982-FEAD-46B6-966E-CD73EC45753C}" dt="2025-10-05T22:34:23.264" v="2012" actId="167"/>
          <ac:picMkLst>
            <pc:docMk/>
            <pc:sldMk cId="1106011918" sldId="274"/>
            <ac:picMk id="5" creationId="{7448AE22-0CF9-25BA-4C17-9F3B503E5EAA}"/>
          </ac:picMkLst>
        </pc:picChg>
        <pc:picChg chg="add">
          <ac:chgData name="Enderson Nobre" userId="88ed2cba57ee8daf" providerId="LiveId" clId="{FE393982-FEAD-46B6-966E-CD73EC45753C}" dt="2025-10-05T19:12:28.728" v="1230"/>
          <ac:picMkLst>
            <pc:docMk/>
            <pc:sldMk cId="1106011918" sldId="274"/>
            <ac:picMk id="14338" creationId="{9E5D01BF-EA38-9E07-5A5E-CC093B039E17}"/>
          </ac:picMkLst>
        </pc:picChg>
      </pc:sldChg>
      <pc:sldChg chg="addSp modSp new mod">
        <pc:chgData name="Enderson Nobre" userId="88ed2cba57ee8daf" providerId="LiveId" clId="{FE393982-FEAD-46B6-966E-CD73EC45753C}" dt="2025-10-05T22:34:49.435" v="2019"/>
        <pc:sldMkLst>
          <pc:docMk/>
          <pc:sldMk cId="2507654441" sldId="275"/>
        </pc:sldMkLst>
        <pc:spChg chg="mod">
          <ac:chgData name="Enderson Nobre" userId="88ed2cba57ee8daf" providerId="LiveId" clId="{FE393982-FEAD-46B6-966E-CD73EC45753C}" dt="2025-10-05T19:31:21.740" v="1951" actId="20577"/>
          <ac:spMkLst>
            <pc:docMk/>
            <pc:sldMk cId="2507654441" sldId="275"/>
            <ac:spMk id="2" creationId="{CBA951AC-0729-AF30-52CD-6C68280C0E02}"/>
          </ac:spMkLst>
        </pc:spChg>
        <pc:spChg chg="mod">
          <ac:chgData name="Enderson Nobre" userId="88ed2cba57ee8daf" providerId="LiveId" clId="{FE393982-FEAD-46B6-966E-CD73EC45753C}" dt="2025-10-05T20:08:42.854" v="1984" actId="20577"/>
          <ac:spMkLst>
            <pc:docMk/>
            <pc:sldMk cId="2507654441" sldId="275"/>
            <ac:spMk id="3" creationId="{F659DACC-78C2-C4D1-AD0F-E108A9277102}"/>
          </ac:spMkLst>
        </pc:spChg>
        <pc:picChg chg="add mod">
          <ac:chgData name="Enderson Nobre" userId="88ed2cba57ee8daf" providerId="LiveId" clId="{FE393982-FEAD-46B6-966E-CD73EC45753C}" dt="2025-10-05T22:34:49.435" v="2019"/>
          <ac:picMkLst>
            <pc:docMk/>
            <pc:sldMk cId="2507654441" sldId="275"/>
            <ac:picMk id="4" creationId="{17D56C83-FCCF-6F50-1C93-A2B4979F4E0F}"/>
          </ac:picMkLst>
        </pc:picChg>
      </pc:sldChg>
      <pc:sldChg chg="addSp modSp new mod">
        <pc:chgData name="Enderson Nobre" userId="88ed2cba57ee8daf" providerId="LiveId" clId="{FE393982-FEAD-46B6-966E-CD73EC45753C}" dt="2025-10-06T22:40:46.298" v="2117" actId="167"/>
        <pc:sldMkLst>
          <pc:docMk/>
          <pc:sldMk cId="3738695845" sldId="276"/>
        </pc:sldMkLst>
        <pc:spChg chg="mod">
          <ac:chgData name="Enderson Nobre" userId="88ed2cba57ee8daf" providerId="LiveId" clId="{FE393982-FEAD-46B6-966E-CD73EC45753C}" dt="2025-10-06T22:23:23.671" v="2022"/>
          <ac:spMkLst>
            <pc:docMk/>
            <pc:sldMk cId="3738695845" sldId="276"/>
            <ac:spMk id="2" creationId="{BF0C8510-D2B1-8817-C5F9-6D957E8066B5}"/>
          </ac:spMkLst>
        </pc:spChg>
        <pc:spChg chg="mod">
          <ac:chgData name="Enderson Nobre" userId="88ed2cba57ee8daf" providerId="LiveId" clId="{FE393982-FEAD-46B6-966E-CD73EC45753C}" dt="2025-10-06T22:28:04.778" v="2107" actId="1076"/>
          <ac:spMkLst>
            <pc:docMk/>
            <pc:sldMk cId="3738695845" sldId="276"/>
            <ac:spMk id="3" creationId="{0EECC019-B80B-D528-E175-E7C5DE39F3FC}"/>
          </ac:spMkLst>
        </pc:spChg>
        <pc:picChg chg="add mod modCrop">
          <ac:chgData name="Enderson Nobre" userId="88ed2cba57ee8daf" providerId="LiveId" clId="{FE393982-FEAD-46B6-966E-CD73EC45753C}" dt="2025-10-06T22:28:24.398" v="2115" actId="1076"/>
          <ac:picMkLst>
            <pc:docMk/>
            <pc:sldMk cId="3738695845" sldId="276"/>
            <ac:picMk id="4" creationId="{EBBC69CF-047C-D7D3-750D-9F418AF6237A}"/>
          </ac:picMkLst>
        </pc:picChg>
        <pc:picChg chg="add mod ord">
          <ac:chgData name="Enderson Nobre" userId="88ed2cba57ee8daf" providerId="LiveId" clId="{FE393982-FEAD-46B6-966E-CD73EC45753C}" dt="2025-10-06T22:40:46.298" v="2117" actId="167"/>
          <ac:picMkLst>
            <pc:docMk/>
            <pc:sldMk cId="3738695845" sldId="276"/>
            <ac:picMk id="5" creationId="{2B9AAD13-70A2-0EDA-A9E0-79E144B5F78E}"/>
          </ac:picMkLst>
        </pc:picChg>
        <pc:picChg chg="add mod">
          <ac:chgData name="Enderson Nobre" userId="88ed2cba57ee8daf" providerId="LiveId" clId="{FE393982-FEAD-46B6-966E-CD73EC45753C}" dt="2025-10-06T22:28:04.778" v="2107" actId="1076"/>
          <ac:picMkLst>
            <pc:docMk/>
            <pc:sldMk cId="3738695845" sldId="276"/>
            <ac:picMk id="1026" creationId="{C55FC4A9-1AC0-B3BD-FD9B-EE1B907C441E}"/>
          </ac:picMkLst>
        </pc:picChg>
        <pc:picChg chg="add">
          <ac:chgData name="Enderson Nobre" userId="88ed2cba57ee8daf" providerId="LiveId" clId="{FE393982-FEAD-46B6-966E-CD73EC45753C}" dt="2025-10-06T22:28:06.753" v="2108"/>
          <ac:picMkLst>
            <pc:docMk/>
            <pc:sldMk cId="3738695845" sldId="276"/>
            <ac:picMk id="1028" creationId="{8C236A4E-1DAA-73DF-E4B6-3E2DEF4E04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53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0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60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6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903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44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03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50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79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53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06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6C5F192-48AE-4253-9645-87D13F5AB86C}" type="datetimeFigureOut">
              <a:rPr lang="pt-BR" smtClean="0"/>
              <a:t>06/10/2025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1316195-FCED-4499-AC5E-4CAB7647B78C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79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idchart.com/pages/pt/simbolos-de-diagramas-entidade-relacionamento" TargetMode="External"/><Relationship Id="rId2" Type="http://schemas.openxmlformats.org/officeDocument/2006/relationships/hyperlink" Target="https://www.devmedia.com.br/mer-e-der-modelagem-de-bancos-de-dados/1433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B3E18-4492-8264-5EE8-01A7018DC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1DB152-305A-900A-ABD0-4A828830A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Professor Enderson nobre santos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6F15CF-AEDA-68EF-9672-DFEA310DE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8C22FED-A7A0-1F9D-1D67-D1524E7DAB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Aula 7: Modelagem de dados com o modelo Entidade-Relacionamento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D12D57-67E0-BFF0-DA13-5F822F468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2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3CDEA-932F-CEE1-1AF6-2146D61F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62E7A3-4746-648D-1C8C-A65466A02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A modelagem conceitual é uma etapa muito importante no projeto de um banco de dados.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10B90F-0175-F7B5-93D1-37A24E624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541" y="3110340"/>
            <a:ext cx="2867128" cy="286712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F5AB572-C779-5ED2-61F4-855303263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07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4FA12A-3D3D-1946-C653-C8F7D68E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8331831-BE51-FD42-E725-9D5D8A2D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447ABF-D597-620C-68A1-0F61BE121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Um projeto de software começa com o levantamento e análise de requisitos.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BE4D7A-D459-6482-A5F8-B066E1CFD6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94" t="39742" r="22365"/>
          <a:stretch>
            <a:fillRect/>
          </a:stretch>
        </p:blipFill>
        <p:spPr>
          <a:xfrm>
            <a:off x="3707841" y="3076266"/>
            <a:ext cx="4401180" cy="27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0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4D8FE5A-1F51-FEE1-2800-1B93B4ED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0DB1B0-DCF8-3820-D88A-E3ADF497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CF3D83-20F0-5545-608D-10980CC70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Após o levantamento e análise dos requisitos, é criado um esquema conceitual de um banco de dados.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1F47B5C-95B9-2614-779D-6D9230D87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09" y="3268368"/>
            <a:ext cx="6882582" cy="260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1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B9AAD13-70A2-0EDA-A9E0-79E144B5F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0C8510-D2B1-8817-C5F9-6D957E80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ECC019-B80B-D528-E175-E7C5DE39F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O modelo ER descreve dados como entidades, relacionamentos e atributos.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BBC69CF-047C-D7D3-750D-9F418AF623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21"/>
          <a:stretch>
            <a:fillRect/>
          </a:stretch>
        </p:blipFill>
        <p:spPr>
          <a:xfrm>
            <a:off x="3736258" y="2744352"/>
            <a:ext cx="3834580" cy="351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9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8D4FFAC-7A63-5973-2A8A-E4B6BE6D6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A6344D1-013A-1205-368B-A4D5B4C8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A47B16-02A9-8C25-10C9-CB2F3E7A2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Entidades.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Representa uma coisa ou objeto do mundo real com uma existência independente.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FF0AF0-909A-0646-7C5C-ED9D441533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386" b="83258"/>
          <a:stretch>
            <a:fillRect/>
          </a:stretch>
        </p:blipFill>
        <p:spPr>
          <a:xfrm>
            <a:off x="3726424" y="3517156"/>
            <a:ext cx="4316362" cy="246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38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6174368-8E9F-14A0-DD4C-CBBA7802F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0FD7390-F8C0-13A8-6CB3-3408128A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251F72-B55B-EA12-D132-1EACE5D52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Entidade fraca.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Depende de outras entidades para fazer existirem, já que não faz sentido individualmente.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6C83C05-47AA-06C7-A762-4914E632E6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" t="14709" r="84720" b="70765"/>
          <a:stretch>
            <a:fillRect/>
          </a:stretch>
        </p:blipFill>
        <p:spPr>
          <a:xfrm>
            <a:off x="4022378" y="3429000"/>
            <a:ext cx="4208204" cy="21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7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B206907-5D7E-D8BA-64E4-6E310F9A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4A4B63-6AD4-B658-863F-D954B3BD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29DF9D-8209-C485-7503-9703673D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Atributos.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Propriedades que descrevem uma entidade.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Simples: atributos não divisíveis.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Compostos: Podem ser divididos em partes menores.</a:t>
            </a:r>
          </a:p>
        </p:txBody>
      </p:sp>
      <p:pic>
        <p:nvPicPr>
          <p:cNvPr id="5122" name="Picture 2" descr="Modelo Conceitual e Lógico para SEFAZ-SP">
            <a:extLst>
              <a:ext uri="{FF2B5EF4-FFF2-40B4-BE49-F238E27FC236}">
                <a16:creationId xmlns:a16="http://schemas.microsoft.com/office/drawing/2014/main" id="{880236C5-58D9-1B5E-BC7A-E774A0915C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" t="30550" r="85302" b="57835"/>
          <a:stretch>
            <a:fillRect/>
          </a:stretch>
        </p:blipFill>
        <p:spPr bwMode="auto">
          <a:xfrm>
            <a:off x="1627521" y="4168879"/>
            <a:ext cx="2713140" cy="122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1226F59-12D8-A706-00C2-F8EDF4D381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43" t="34494" r="18426" b="41398"/>
          <a:stretch>
            <a:fillRect/>
          </a:stretch>
        </p:blipFill>
        <p:spPr>
          <a:xfrm>
            <a:off x="5102942" y="3919656"/>
            <a:ext cx="4227872" cy="205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0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5150F32-22ED-3ED8-E149-C5030189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448ADE4-AA8F-1061-D8C3-8848708E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5A39F-76E1-A5D1-2D4B-972A30D7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Atributos.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Multivalorados: Pode ter um limite mínimo e máximo para restringir o número de valores para cada entidade individual.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38D453-D5FC-3CD7-C055-E1E612D90C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5" t="43261" r="84487" b="43589"/>
          <a:stretch>
            <a:fillRect/>
          </a:stretch>
        </p:blipFill>
        <p:spPr>
          <a:xfrm>
            <a:off x="3362633" y="3567402"/>
            <a:ext cx="5073444" cy="220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62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D271BF-FF83-D8D7-8FBC-3ABB97710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734E4A-8955-F385-788D-342EDEDD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F9EB4E-9EEA-A942-94CE-38D9E2B9D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Atributos.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Derivados: Dois ou mais valores estão relacionados.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D67599-34F3-5F82-874E-E53496B6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5" t="57507" r="83904" b="30001"/>
          <a:stretch>
            <a:fillRect/>
          </a:stretch>
        </p:blipFill>
        <p:spPr>
          <a:xfrm>
            <a:off x="3711677" y="3429000"/>
            <a:ext cx="4768646" cy="190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39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0141-BE87-C1C4-F511-486DD5DD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68424A2-8BAB-E8C7-0B58-746F678AE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4C10A70-A61E-5509-EA42-98552E70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69517-CAC5-7AE3-D32B-6C6404DA3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Atributos.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Chave: Usados para identificar cada entidade de maneira exclusiva.</a:t>
            </a:r>
          </a:p>
        </p:txBody>
      </p:sp>
      <p:pic>
        <p:nvPicPr>
          <p:cNvPr id="8194" name="Picture 2" descr="Modelo Conceitual e Lógico para SEFAZ-SP">
            <a:extLst>
              <a:ext uri="{FF2B5EF4-FFF2-40B4-BE49-F238E27FC236}">
                <a16:creationId xmlns:a16="http://schemas.microsoft.com/office/drawing/2014/main" id="{14A45F6E-BC81-8C6C-CDEE-407CCC6202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71094" r="84603" b="16195"/>
          <a:stretch>
            <a:fillRect/>
          </a:stretch>
        </p:blipFill>
        <p:spPr bwMode="auto">
          <a:xfrm>
            <a:off x="3948635" y="3592765"/>
            <a:ext cx="4355690" cy="189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945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F5B3544-15B2-0B30-4043-7F5DEE195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4A4854-BB39-33AA-0D27-C12442BD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7824FC-347F-40C1-B29A-E7D88D24B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Relacionamentos.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Sempre que um atributo de uma entidade faz referência a outra entidade, existe um relacionamento entre essas duas entidades.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63ACAE-E398-722D-8B9E-9743F2F90D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08" t="-572" r="29261" b="82381"/>
          <a:stretch>
            <a:fillRect/>
          </a:stretch>
        </p:blipFill>
        <p:spPr>
          <a:xfrm>
            <a:off x="3726427" y="3557602"/>
            <a:ext cx="4041058" cy="272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8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448AE22-0CF9-25BA-4C17-9F3B503E5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E5F8B0-E68E-37C0-7FC9-1745D279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D18D3C-18DD-C183-0540-51DF543FA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Relacionamentos fracos.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Conecta uma entidade fraca ao seu proprietário.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3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AD9C12-4205-C27C-91D7-D1D49E4D7B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07" t="17399" r="29378" b="65287"/>
          <a:stretch>
            <a:fillRect/>
          </a:stretch>
        </p:blipFill>
        <p:spPr>
          <a:xfrm>
            <a:off x="3195485" y="2932815"/>
            <a:ext cx="4857136" cy="330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11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DEA4F87-4560-8436-531A-5DFFECA2F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FFC5126-EE50-F280-E944-912FE99C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993D8E-CDCF-8045-7125-D336840C0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Relacionamentos.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Grau de um relacionamento: Número de entidades participantes em um relacionamento.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Papéis: Papel que uma entidade desempenha em cada instância de um relacionamento.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937518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922260-25CC-8E3C-B985-1C96F8A7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80DCA4E-F00D-7F2F-302A-5B9E3FB2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C08220-5D75-A772-9E72-D7DDC20F8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Relacionamentos.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Cardinalidade: Específica o número máximo de instâncias de relacionamento em que uma entidade pode participar.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600" dirty="0"/>
              <a:t> 1:1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600" dirty="0"/>
              <a:t> 1:N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600" dirty="0"/>
              <a:t> N:1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600" dirty="0"/>
              <a:t> M:N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3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5881A2-6CE0-79A9-10E9-7E6F22CE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74" t="60356" r="28097" b="18386"/>
          <a:stretch>
            <a:fillRect/>
          </a:stretch>
        </p:blipFill>
        <p:spPr>
          <a:xfrm>
            <a:off x="4955459" y="3303637"/>
            <a:ext cx="3785418" cy="28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22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C6415E2-4FFC-0847-5CF0-EE4B17A45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BD4DCC-F5A0-4BA5-4942-EBA73A2A0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2CBC8D-2CEC-B923-858F-D337ED348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Relacionamentos.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Atributos de relacionamento: Os tipos de relacionamento pode conter atributos, semelhante a uma entidade.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D017D5-9521-F9C2-3762-EF0246471D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73" t="-2906" r="45027" b="34122"/>
          <a:stretch>
            <a:fillRect/>
          </a:stretch>
        </p:blipFill>
        <p:spPr>
          <a:xfrm>
            <a:off x="3962400" y="3539336"/>
            <a:ext cx="2753032" cy="256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75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51AC-0729-AF30-52CD-6C68280C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Aprenda+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59DACC-78C2-C4D1-AD0F-E108A927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>
                <a:hlinkClick r:id="rId2"/>
              </a:rPr>
              <a:t>https://www.devmedia.com.br/mer-e-der-modelagem-de-bancos-de-dados/14332</a:t>
            </a:r>
            <a:endParaRPr lang="pt-BR" sz="3200" dirty="0"/>
          </a:p>
          <a:p>
            <a:pPr>
              <a:buFont typeface="Courier New" panose="02070309020205020404" pitchFamily="49" charset="0"/>
              <a:buChar char="o"/>
            </a:pPr>
            <a:r>
              <a:rPr lang="pt-BR" sz="3200" dirty="0">
                <a:hlinkClick r:id="rId3"/>
              </a:rPr>
              <a:t>https://www.lucidchart.com/pages/pt/simbolos-de-diagramas-entidade-relacionamento</a:t>
            </a:r>
            <a:endParaRPr lang="pt-BR" sz="3200" dirty="0"/>
          </a:p>
          <a:p>
            <a:pPr>
              <a:buFont typeface="Courier New" panose="02070309020205020404" pitchFamily="49" charset="0"/>
              <a:buChar char="o"/>
            </a:pPr>
            <a:endParaRPr lang="pt-BR" sz="3200" dirty="0"/>
          </a:p>
          <a:p>
            <a:pPr>
              <a:buFont typeface="Courier New" panose="02070309020205020404" pitchFamily="49" charset="0"/>
              <a:buChar char="o"/>
            </a:pPr>
            <a:endParaRPr lang="pt-BR" sz="3200" dirty="0"/>
          </a:p>
          <a:p>
            <a:pPr marL="0" indent="0">
              <a:buNone/>
            </a:pPr>
            <a:endParaRPr lang="pt-BR" sz="3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D56C83-FCCF-6F50-1C93-A2B4979F4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54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C16EC-75B7-B695-2B85-3DB8F8F0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FC9176-1302-AA12-FC96-2EA6C9E7B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Uma universidade contrata você para criar uma aplicação para que ela possa armazenar e gerenciar os dados relevantes em seu domínio de aplicação.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Determine os dados que serão armazenados e manipulados por essa aplicação.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Faça um modelo conceitual de banco de dados utilizando o diagrama de entidade-relacionamento.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3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08C3B8-A472-65D2-37E5-0D8ACFD66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90" y="10356"/>
            <a:ext cx="3416710" cy="13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567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1672</TotalTime>
  <Words>440</Words>
  <Application>Microsoft Office PowerPoint</Application>
  <PresentationFormat>Widescreen</PresentationFormat>
  <Paragraphs>59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Wingdings</vt:lpstr>
      <vt:lpstr>Retrospectiva</vt:lpstr>
      <vt:lpstr>Banco de Dados</vt:lpstr>
      <vt:lpstr>Aula 7: Modelagem de dados com o modelo Entidade-Relacionamento </vt:lpstr>
      <vt:lpstr>Introdução</vt:lpstr>
      <vt:lpstr>Modelo conceitual de banco de dados</vt:lpstr>
      <vt:lpstr>Modelo conceitual de banco de dados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Modelo Entidade-Relacionamento</vt:lpstr>
      <vt:lpstr>Aprenda+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Enderson Nobre</dc:creator>
  <cp:lastModifiedBy>Enderson Nobre</cp:lastModifiedBy>
  <cp:revision>1</cp:revision>
  <dcterms:created xsi:type="dcterms:W3CDTF">2025-10-04T19:52:27Z</dcterms:created>
  <dcterms:modified xsi:type="dcterms:W3CDTF">2025-10-06T22:40:53Z</dcterms:modified>
</cp:coreProperties>
</file>