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12031-8A0E-4470-9E68-A6812B6922FF}" v="26" dt="2025-09-16T00:05:29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derson Nobre" userId="88ed2cba57ee8daf" providerId="LiveId" clId="{FE393982-FEAD-46B6-966E-CD73EC45753C}"/>
    <pc:docChg chg="undo custSel addSld modSld">
      <pc:chgData name="Enderson Nobre" userId="88ed2cba57ee8daf" providerId="LiveId" clId="{FE393982-FEAD-46B6-966E-CD73EC45753C}" dt="2025-09-16T00:05:29.052" v="1556"/>
      <pc:docMkLst>
        <pc:docMk/>
      </pc:docMkLst>
      <pc:sldChg chg="addSp modSp">
        <pc:chgData name="Enderson Nobre" userId="88ed2cba57ee8daf" providerId="LiveId" clId="{FE393982-FEAD-46B6-966E-CD73EC45753C}" dt="2025-09-16T00:04:46.082" v="1537"/>
        <pc:sldMkLst>
          <pc:docMk/>
          <pc:sldMk cId="345679683" sldId="256"/>
        </pc:sldMkLst>
        <pc:picChg chg="add mod">
          <ac:chgData name="Enderson Nobre" userId="88ed2cba57ee8daf" providerId="LiveId" clId="{FE393982-FEAD-46B6-966E-CD73EC45753C}" dt="2025-09-16T00:04:46.082" v="1537"/>
          <ac:picMkLst>
            <pc:docMk/>
            <pc:sldMk cId="345679683" sldId="256"/>
            <ac:picMk id="4" creationId="{70D2C915-A445-91F2-C4E0-272AA234D63E}"/>
          </ac:picMkLst>
        </pc:picChg>
      </pc:sldChg>
      <pc:sldChg chg="addSp modSp">
        <pc:chgData name="Enderson Nobre" userId="88ed2cba57ee8daf" providerId="LiveId" clId="{FE393982-FEAD-46B6-966E-CD73EC45753C}" dt="2025-09-16T00:04:47.779" v="1538"/>
        <pc:sldMkLst>
          <pc:docMk/>
          <pc:sldMk cId="2360609888" sldId="257"/>
        </pc:sldMkLst>
        <pc:picChg chg="add mod">
          <ac:chgData name="Enderson Nobre" userId="88ed2cba57ee8daf" providerId="LiveId" clId="{FE393982-FEAD-46B6-966E-CD73EC45753C}" dt="2025-09-16T00:04:47.779" v="1538"/>
          <ac:picMkLst>
            <pc:docMk/>
            <pc:sldMk cId="2360609888" sldId="257"/>
            <ac:picMk id="2" creationId="{C68E735E-74EF-2E10-224B-3D0463064981}"/>
          </ac:picMkLst>
        </pc:picChg>
      </pc:sldChg>
      <pc:sldChg chg="addSp modSp">
        <pc:chgData name="Enderson Nobre" userId="88ed2cba57ee8daf" providerId="LiveId" clId="{FE393982-FEAD-46B6-966E-CD73EC45753C}" dt="2025-09-16T00:04:49.079" v="1539"/>
        <pc:sldMkLst>
          <pc:docMk/>
          <pc:sldMk cId="1291546770" sldId="258"/>
        </pc:sldMkLst>
        <pc:picChg chg="add mod">
          <ac:chgData name="Enderson Nobre" userId="88ed2cba57ee8daf" providerId="LiveId" clId="{FE393982-FEAD-46B6-966E-CD73EC45753C}" dt="2025-09-16T00:04:49.079" v="1539"/>
          <ac:picMkLst>
            <pc:docMk/>
            <pc:sldMk cId="1291546770" sldId="258"/>
            <ac:picMk id="4" creationId="{4E1DC1FA-8D9A-89E9-9C38-731AE8799218}"/>
          </ac:picMkLst>
        </pc:picChg>
      </pc:sldChg>
      <pc:sldChg chg="addSp modSp">
        <pc:chgData name="Enderson Nobre" userId="88ed2cba57ee8daf" providerId="LiveId" clId="{FE393982-FEAD-46B6-966E-CD73EC45753C}" dt="2025-09-16T00:04:50.884" v="1540"/>
        <pc:sldMkLst>
          <pc:docMk/>
          <pc:sldMk cId="92687375" sldId="259"/>
        </pc:sldMkLst>
        <pc:picChg chg="add mod">
          <ac:chgData name="Enderson Nobre" userId="88ed2cba57ee8daf" providerId="LiveId" clId="{FE393982-FEAD-46B6-966E-CD73EC45753C}" dt="2025-09-16T00:04:50.884" v="1540"/>
          <ac:picMkLst>
            <pc:docMk/>
            <pc:sldMk cId="92687375" sldId="259"/>
            <ac:picMk id="3" creationId="{85075FEF-83C5-FBDA-744C-E94C01C76A06}"/>
          </ac:picMkLst>
        </pc:picChg>
      </pc:sldChg>
      <pc:sldChg chg="addSp modSp">
        <pc:chgData name="Enderson Nobre" userId="88ed2cba57ee8daf" providerId="LiveId" clId="{FE393982-FEAD-46B6-966E-CD73EC45753C}" dt="2025-09-16T00:04:52.483" v="1541"/>
        <pc:sldMkLst>
          <pc:docMk/>
          <pc:sldMk cId="3646655326" sldId="260"/>
        </pc:sldMkLst>
        <pc:picChg chg="add mod">
          <ac:chgData name="Enderson Nobre" userId="88ed2cba57ee8daf" providerId="LiveId" clId="{FE393982-FEAD-46B6-966E-CD73EC45753C}" dt="2025-09-16T00:04:52.483" v="1541"/>
          <ac:picMkLst>
            <pc:docMk/>
            <pc:sldMk cId="3646655326" sldId="260"/>
            <ac:picMk id="3" creationId="{D48D8ADA-E6FA-592A-8655-3C1725EE5E8E}"/>
          </ac:picMkLst>
        </pc:picChg>
      </pc:sldChg>
      <pc:sldChg chg="addSp modSp">
        <pc:chgData name="Enderson Nobre" userId="88ed2cba57ee8daf" providerId="LiveId" clId="{FE393982-FEAD-46B6-966E-CD73EC45753C}" dt="2025-09-16T00:04:53.704" v="1542"/>
        <pc:sldMkLst>
          <pc:docMk/>
          <pc:sldMk cId="178289514" sldId="261"/>
        </pc:sldMkLst>
        <pc:picChg chg="add mod">
          <ac:chgData name="Enderson Nobre" userId="88ed2cba57ee8daf" providerId="LiveId" clId="{FE393982-FEAD-46B6-966E-CD73EC45753C}" dt="2025-09-16T00:04:53.704" v="1542"/>
          <ac:picMkLst>
            <pc:docMk/>
            <pc:sldMk cId="178289514" sldId="261"/>
            <ac:picMk id="3" creationId="{6D86F74B-9CDD-718F-5B03-14D844894478}"/>
          </ac:picMkLst>
        </pc:picChg>
      </pc:sldChg>
      <pc:sldChg chg="addSp modSp">
        <pc:chgData name="Enderson Nobre" userId="88ed2cba57ee8daf" providerId="LiveId" clId="{FE393982-FEAD-46B6-966E-CD73EC45753C}" dt="2025-09-16T00:04:55.034" v="1543"/>
        <pc:sldMkLst>
          <pc:docMk/>
          <pc:sldMk cId="3897636207" sldId="262"/>
        </pc:sldMkLst>
        <pc:picChg chg="add mod">
          <ac:chgData name="Enderson Nobre" userId="88ed2cba57ee8daf" providerId="LiveId" clId="{FE393982-FEAD-46B6-966E-CD73EC45753C}" dt="2025-09-16T00:04:55.034" v="1543"/>
          <ac:picMkLst>
            <pc:docMk/>
            <pc:sldMk cId="3897636207" sldId="262"/>
            <ac:picMk id="3" creationId="{7099429F-6A9F-3AF8-F70B-6F91D493F336}"/>
          </ac:picMkLst>
        </pc:picChg>
      </pc:sldChg>
      <pc:sldChg chg="addSp modSp">
        <pc:chgData name="Enderson Nobre" userId="88ed2cba57ee8daf" providerId="LiveId" clId="{FE393982-FEAD-46B6-966E-CD73EC45753C}" dt="2025-09-16T00:04:59.954" v="1544"/>
        <pc:sldMkLst>
          <pc:docMk/>
          <pc:sldMk cId="1698430679" sldId="263"/>
        </pc:sldMkLst>
        <pc:picChg chg="add mod">
          <ac:chgData name="Enderson Nobre" userId="88ed2cba57ee8daf" providerId="LiveId" clId="{FE393982-FEAD-46B6-966E-CD73EC45753C}" dt="2025-09-16T00:04:59.954" v="1544"/>
          <ac:picMkLst>
            <pc:docMk/>
            <pc:sldMk cId="1698430679" sldId="263"/>
            <ac:picMk id="3" creationId="{6C97AA76-DF9A-3501-0893-79D69E5A26FF}"/>
          </ac:picMkLst>
        </pc:picChg>
      </pc:sldChg>
      <pc:sldChg chg="addSp modSp">
        <pc:chgData name="Enderson Nobre" userId="88ed2cba57ee8daf" providerId="LiveId" clId="{FE393982-FEAD-46B6-966E-CD73EC45753C}" dt="2025-09-16T00:05:03.074" v="1545"/>
        <pc:sldMkLst>
          <pc:docMk/>
          <pc:sldMk cId="3619134035" sldId="264"/>
        </pc:sldMkLst>
        <pc:picChg chg="add mod">
          <ac:chgData name="Enderson Nobre" userId="88ed2cba57ee8daf" providerId="LiveId" clId="{FE393982-FEAD-46B6-966E-CD73EC45753C}" dt="2025-09-16T00:05:03.074" v="1545"/>
          <ac:picMkLst>
            <pc:docMk/>
            <pc:sldMk cId="3619134035" sldId="264"/>
            <ac:picMk id="3" creationId="{6C01CDD1-4B80-1EC0-B85F-17BC346E1268}"/>
          </ac:picMkLst>
        </pc:picChg>
      </pc:sldChg>
      <pc:sldChg chg="addSp modSp mod">
        <pc:chgData name="Enderson Nobre" userId="88ed2cba57ee8daf" providerId="LiveId" clId="{FE393982-FEAD-46B6-966E-CD73EC45753C}" dt="2025-09-16T00:05:04.944" v="1546"/>
        <pc:sldMkLst>
          <pc:docMk/>
          <pc:sldMk cId="2543239647" sldId="265"/>
        </pc:sldMkLst>
        <pc:spChg chg="mod">
          <ac:chgData name="Enderson Nobre" userId="88ed2cba57ee8daf" providerId="LiveId" clId="{FE393982-FEAD-46B6-966E-CD73EC45753C}" dt="2025-09-15T17:57:22.005" v="407" actId="20577"/>
          <ac:spMkLst>
            <pc:docMk/>
            <pc:sldMk cId="2543239647" sldId="265"/>
            <ac:spMk id="3" creationId="{DE4291C5-1EE5-3865-45C3-3D11CFEC418E}"/>
          </ac:spMkLst>
        </pc:spChg>
        <pc:picChg chg="add mod">
          <ac:chgData name="Enderson Nobre" userId="88ed2cba57ee8daf" providerId="LiveId" clId="{FE393982-FEAD-46B6-966E-CD73EC45753C}" dt="2025-09-16T00:05:04.944" v="1546"/>
          <ac:picMkLst>
            <pc:docMk/>
            <pc:sldMk cId="2543239647" sldId="265"/>
            <ac:picMk id="4" creationId="{ABAD48EC-EB19-1F7C-5297-E787EF7C9252}"/>
          </ac:picMkLst>
        </pc:picChg>
      </pc:sldChg>
      <pc:sldChg chg="addSp modSp new mod">
        <pc:chgData name="Enderson Nobre" userId="88ed2cba57ee8daf" providerId="LiveId" clId="{FE393982-FEAD-46B6-966E-CD73EC45753C}" dt="2025-09-16T00:05:08.393" v="1547"/>
        <pc:sldMkLst>
          <pc:docMk/>
          <pc:sldMk cId="129087127" sldId="266"/>
        </pc:sldMkLst>
        <pc:spChg chg="mod">
          <ac:chgData name="Enderson Nobre" userId="88ed2cba57ee8daf" providerId="LiveId" clId="{FE393982-FEAD-46B6-966E-CD73EC45753C}" dt="2025-09-15T17:59:17.188" v="409"/>
          <ac:spMkLst>
            <pc:docMk/>
            <pc:sldMk cId="129087127" sldId="266"/>
            <ac:spMk id="2" creationId="{DE76E78F-DBD4-E04C-B4D6-B0CB0BEC8C51}"/>
          </ac:spMkLst>
        </pc:spChg>
        <pc:spChg chg="mod">
          <ac:chgData name="Enderson Nobre" userId="88ed2cba57ee8daf" providerId="LiveId" clId="{FE393982-FEAD-46B6-966E-CD73EC45753C}" dt="2025-09-15T18:35:39.650" v="620" actId="123"/>
          <ac:spMkLst>
            <pc:docMk/>
            <pc:sldMk cId="129087127" sldId="266"/>
            <ac:spMk id="3" creationId="{769A9EE7-B26E-BD23-84E9-0944D5B05E87}"/>
          </ac:spMkLst>
        </pc:spChg>
        <pc:picChg chg="add mod">
          <ac:chgData name="Enderson Nobre" userId="88ed2cba57ee8daf" providerId="LiveId" clId="{FE393982-FEAD-46B6-966E-CD73EC45753C}" dt="2025-09-15T18:37:53.032" v="628" actId="1076"/>
          <ac:picMkLst>
            <pc:docMk/>
            <pc:sldMk cId="129087127" sldId="266"/>
            <ac:picMk id="4" creationId="{7D6BFADE-7620-963C-D88F-0D2BF9F0946C}"/>
          </ac:picMkLst>
        </pc:picChg>
        <pc:picChg chg="add mod">
          <ac:chgData name="Enderson Nobre" userId="88ed2cba57ee8daf" providerId="LiveId" clId="{FE393982-FEAD-46B6-966E-CD73EC45753C}" dt="2025-09-16T00:05:08.393" v="1547"/>
          <ac:picMkLst>
            <pc:docMk/>
            <pc:sldMk cId="129087127" sldId="266"/>
            <ac:picMk id="5" creationId="{6484E657-9226-AE10-936C-7862CD2B95B5}"/>
          </ac:picMkLst>
        </pc:picChg>
        <pc:picChg chg="add">
          <ac:chgData name="Enderson Nobre" userId="88ed2cba57ee8daf" providerId="LiveId" clId="{FE393982-FEAD-46B6-966E-CD73EC45753C}" dt="2025-09-15T18:37:35.301" v="621"/>
          <ac:picMkLst>
            <pc:docMk/>
            <pc:sldMk cId="129087127" sldId="266"/>
            <ac:picMk id="1026" creationId="{EB67C8C6-F307-71CD-AEC0-091F5333CE5C}"/>
          </ac:picMkLst>
        </pc:picChg>
      </pc:sldChg>
      <pc:sldChg chg="addSp modSp new mod">
        <pc:chgData name="Enderson Nobre" userId="88ed2cba57ee8daf" providerId="LiveId" clId="{FE393982-FEAD-46B6-966E-CD73EC45753C}" dt="2025-09-16T00:05:13.105" v="1550" actId="1036"/>
        <pc:sldMkLst>
          <pc:docMk/>
          <pc:sldMk cId="966348032" sldId="267"/>
        </pc:sldMkLst>
        <pc:spChg chg="mod">
          <ac:chgData name="Enderson Nobre" userId="88ed2cba57ee8daf" providerId="LiveId" clId="{FE393982-FEAD-46B6-966E-CD73EC45753C}" dt="2025-09-15T18:38:11.094" v="630"/>
          <ac:spMkLst>
            <pc:docMk/>
            <pc:sldMk cId="966348032" sldId="267"/>
            <ac:spMk id="2" creationId="{3CF6E935-A5B2-56F6-C399-7A6A4672CCA5}"/>
          </ac:spMkLst>
        </pc:spChg>
        <pc:spChg chg="mod">
          <ac:chgData name="Enderson Nobre" userId="88ed2cba57ee8daf" providerId="LiveId" clId="{FE393982-FEAD-46B6-966E-CD73EC45753C}" dt="2025-09-15T18:41:19.284" v="879" actId="123"/>
          <ac:spMkLst>
            <pc:docMk/>
            <pc:sldMk cId="966348032" sldId="267"/>
            <ac:spMk id="3" creationId="{801BA6EB-705E-1457-B3FD-D2BF52BACF69}"/>
          </ac:spMkLst>
        </pc:spChg>
        <pc:picChg chg="add mod">
          <ac:chgData name="Enderson Nobre" userId="88ed2cba57ee8daf" providerId="LiveId" clId="{FE393982-FEAD-46B6-966E-CD73EC45753C}" dt="2025-09-16T00:05:13.105" v="1550" actId="1036"/>
          <ac:picMkLst>
            <pc:docMk/>
            <pc:sldMk cId="966348032" sldId="267"/>
            <ac:picMk id="4" creationId="{360ACCB0-F10B-7ECF-EE08-5047AE95E180}"/>
          </ac:picMkLst>
        </pc:picChg>
      </pc:sldChg>
      <pc:sldChg chg="addSp delSp modSp new mod">
        <pc:chgData name="Enderson Nobre" userId="88ed2cba57ee8daf" providerId="LiveId" clId="{FE393982-FEAD-46B6-966E-CD73EC45753C}" dt="2025-09-16T00:05:16.394" v="1551"/>
        <pc:sldMkLst>
          <pc:docMk/>
          <pc:sldMk cId="1633275559" sldId="268"/>
        </pc:sldMkLst>
        <pc:spChg chg="mod">
          <ac:chgData name="Enderson Nobre" userId="88ed2cba57ee8daf" providerId="LiveId" clId="{FE393982-FEAD-46B6-966E-CD73EC45753C}" dt="2025-09-15T18:59:09.362" v="888" actId="20577"/>
          <ac:spMkLst>
            <pc:docMk/>
            <pc:sldMk cId="1633275559" sldId="268"/>
            <ac:spMk id="2" creationId="{5971A447-CECC-F5A0-B0BE-5C1027255633}"/>
          </ac:spMkLst>
        </pc:spChg>
        <pc:spChg chg="del">
          <ac:chgData name="Enderson Nobre" userId="88ed2cba57ee8daf" providerId="LiveId" clId="{FE393982-FEAD-46B6-966E-CD73EC45753C}" dt="2025-09-15T18:59:11.248" v="889" actId="22"/>
          <ac:spMkLst>
            <pc:docMk/>
            <pc:sldMk cId="1633275559" sldId="268"/>
            <ac:spMk id="3" creationId="{BC36EF71-99D3-634C-453F-52499DFBE6C5}"/>
          </ac:spMkLst>
        </pc:spChg>
        <pc:picChg chg="add mod ord">
          <ac:chgData name="Enderson Nobre" userId="88ed2cba57ee8daf" providerId="LiveId" clId="{FE393982-FEAD-46B6-966E-CD73EC45753C}" dt="2025-09-15T18:59:13.551" v="890" actId="14100"/>
          <ac:picMkLst>
            <pc:docMk/>
            <pc:sldMk cId="1633275559" sldId="268"/>
            <ac:picMk id="5" creationId="{D8510F3D-BA7E-9EBE-FC65-2B2E04AF2944}"/>
          </ac:picMkLst>
        </pc:picChg>
        <pc:picChg chg="add mod">
          <ac:chgData name="Enderson Nobre" userId="88ed2cba57ee8daf" providerId="LiveId" clId="{FE393982-FEAD-46B6-966E-CD73EC45753C}" dt="2025-09-16T00:05:16.394" v="1551"/>
          <ac:picMkLst>
            <pc:docMk/>
            <pc:sldMk cId="1633275559" sldId="268"/>
            <ac:picMk id="6" creationId="{55333FC0-D68D-C58E-4576-942272BA4307}"/>
          </ac:picMkLst>
        </pc:picChg>
      </pc:sldChg>
      <pc:sldChg chg="addSp delSp modSp new mod">
        <pc:chgData name="Enderson Nobre" userId="88ed2cba57ee8daf" providerId="LiveId" clId="{FE393982-FEAD-46B6-966E-CD73EC45753C}" dt="2025-09-16T00:05:17.809" v="1552"/>
        <pc:sldMkLst>
          <pc:docMk/>
          <pc:sldMk cId="2608171021" sldId="269"/>
        </pc:sldMkLst>
        <pc:spChg chg="mod">
          <ac:chgData name="Enderson Nobre" userId="88ed2cba57ee8daf" providerId="LiveId" clId="{FE393982-FEAD-46B6-966E-CD73EC45753C}" dt="2025-09-15T19:04:17.879" v="894"/>
          <ac:spMkLst>
            <pc:docMk/>
            <pc:sldMk cId="2608171021" sldId="269"/>
            <ac:spMk id="2" creationId="{735ACB3A-0684-06D2-E00E-E84C28FE0387}"/>
          </ac:spMkLst>
        </pc:spChg>
        <pc:spChg chg="del">
          <ac:chgData name="Enderson Nobre" userId="88ed2cba57ee8daf" providerId="LiveId" clId="{FE393982-FEAD-46B6-966E-CD73EC45753C}" dt="2025-09-15T19:04:07.851" v="892" actId="22"/>
          <ac:spMkLst>
            <pc:docMk/>
            <pc:sldMk cId="2608171021" sldId="269"/>
            <ac:spMk id="3" creationId="{8FFF978C-A5B8-CA34-91F0-5BE0AA951E79}"/>
          </ac:spMkLst>
        </pc:spChg>
        <pc:picChg chg="add mod ord">
          <ac:chgData name="Enderson Nobre" userId="88ed2cba57ee8daf" providerId="LiveId" clId="{FE393982-FEAD-46B6-966E-CD73EC45753C}" dt="2025-09-15T19:04:12.136" v="893" actId="14100"/>
          <ac:picMkLst>
            <pc:docMk/>
            <pc:sldMk cId="2608171021" sldId="269"/>
            <ac:picMk id="5" creationId="{9BB550F8-9F0C-52DE-8F11-8155F6F6D20E}"/>
          </ac:picMkLst>
        </pc:picChg>
        <pc:picChg chg="add mod">
          <ac:chgData name="Enderson Nobre" userId="88ed2cba57ee8daf" providerId="LiveId" clId="{FE393982-FEAD-46B6-966E-CD73EC45753C}" dt="2025-09-16T00:05:17.809" v="1552"/>
          <ac:picMkLst>
            <pc:docMk/>
            <pc:sldMk cId="2608171021" sldId="269"/>
            <ac:picMk id="6" creationId="{2CFD7BC9-0DA9-BF7B-E1CA-0B841A0BCDE5}"/>
          </ac:picMkLst>
        </pc:picChg>
      </pc:sldChg>
      <pc:sldChg chg="addSp delSp modSp new mod">
        <pc:chgData name="Enderson Nobre" userId="88ed2cba57ee8daf" providerId="LiveId" clId="{FE393982-FEAD-46B6-966E-CD73EC45753C}" dt="2025-09-16T00:05:19.683" v="1553"/>
        <pc:sldMkLst>
          <pc:docMk/>
          <pc:sldMk cId="1771653879" sldId="270"/>
        </pc:sldMkLst>
        <pc:spChg chg="mod">
          <ac:chgData name="Enderson Nobre" userId="88ed2cba57ee8daf" providerId="LiveId" clId="{FE393982-FEAD-46B6-966E-CD73EC45753C}" dt="2025-09-15T19:04:23.457" v="896"/>
          <ac:spMkLst>
            <pc:docMk/>
            <pc:sldMk cId="1771653879" sldId="270"/>
            <ac:spMk id="2" creationId="{C3262526-86B6-18E0-EBCA-98513F2DB719}"/>
          </ac:spMkLst>
        </pc:spChg>
        <pc:spChg chg="del">
          <ac:chgData name="Enderson Nobre" userId="88ed2cba57ee8daf" providerId="LiveId" clId="{FE393982-FEAD-46B6-966E-CD73EC45753C}" dt="2025-09-15T19:05:04.101" v="897" actId="22"/>
          <ac:spMkLst>
            <pc:docMk/>
            <pc:sldMk cId="1771653879" sldId="270"/>
            <ac:spMk id="3" creationId="{2BC92318-A2E3-10AB-7158-1C8E2FDA150F}"/>
          </ac:spMkLst>
        </pc:spChg>
        <pc:picChg chg="add mod ord">
          <ac:chgData name="Enderson Nobre" userId="88ed2cba57ee8daf" providerId="LiveId" clId="{FE393982-FEAD-46B6-966E-CD73EC45753C}" dt="2025-09-15T19:05:06.751" v="898" actId="14100"/>
          <ac:picMkLst>
            <pc:docMk/>
            <pc:sldMk cId="1771653879" sldId="270"/>
            <ac:picMk id="5" creationId="{545BF849-8BC9-1450-88AF-716C4B642A0B}"/>
          </ac:picMkLst>
        </pc:picChg>
        <pc:picChg chg="add mod">
          <ac:chgData name="Enderson Nobre" userId="88ed2cba57ee8daf" providerId="LiveId" clId="{FE393982-FEAD-46B6-966E-CD73EC45753C}" dt="2025-09-16T00:05:19.683" v="1553"/>
          <ac:picMkLst>
            <pc:docMk/>
            <pc:sldMk cId="1771653879" sldId="270"/>
            <ac:picMk id="6" creationId="{A581C1A7-3E4A-6060-5D98-1F93509474E1}"/>
          </ac:picMkLst>
        </pc:picChg>
      </pc:sldChg>
      <pc:sldChg chg="addSp modSp new mod">
        <pc:chgData name="Enderson Nobre" userId="88ed2cba57ee8daf" providerId="LiveId" clId="{FE393982-FEAD-46B6-966E-CD73EC45753C}" dt="2025-09-16T00:05:21.524" v="1554"/>
        <pc:sldMkLst>
          <pc:docMk/>
          <pc:sldMk cId="2431547358" sldId="271"/>
        </pc:sldMkLst>
        <pc:spChg chg="mod">
          <ac:chgData name="Enderson Nobre" userId="88ed2cba57ee8daf" providerId="LiveId" clId="{FE393982-FEAD-46B6-966E-CD73EC45753C}" dt="2025-09-15T19:06:17.212" v="900"/>
          <ac:spMkLst>
            <pc:docMk/>
            <pc:sldMk cId="2431547358" sldId="271"/>
            <ac:spMk id="2" creationId="{6FCDDA14-2074-F33C-5D60-115AEA349151}"/>
          </ac:spMkLst>
        </pc:spChg>
        <pc:spChg chg="mod">
          <ac:chgData name="Enderson Nobre" userId="88ed2cba57ee8daf" providerId="LiveId" clId="{FE393982-FEAD-46B6-966E-CD73EC45753C}" dt="2025-09-15T19:09:29.737" v="1287" actId="20577"/>
          <ac:spMkLst>
            <pc:docMk/>
            <pc:sldMk cId="2431547358" sldId="271"/>
            <ac:spMk id="3" creationId="{B6A4F7D9-2537-DEBB-3BB2-0F9D0054EE1B}"/>
          </ac:spMkLst>
        </pc:spChg>
        <pc:picChg chg="add mod">
          <ac:chgData name="Enderson Nobre" userId="88ed2cba57ee8daf" providerId="LiveId" clId="{FE393982-FEAD-46B6-966E-CD73EC45753C}" dt="2025-09-16T00:05:21.524" v="1554"/>
          <ac:picMkLst>
            <pc:docMk/>
            <pc:sldMk cId="2431547358" sldId="271"/>
            <ac:picMk id="4" creationId="{767F50BD-58F0-924F-FF9F-1F8FC36C3702}"/>
          </ac:picMkLst>
        </pc:picChg>
      </pc:sldChg>
      <pc:sldChg chg="addSp delSp modSp new mod modClrScheme chgLayout">
        <pc:chgData name="Enderson Nobre" userId="88ed2cba57ee8daf" providerId="LiveId" clId="{FE393982-FEAD-46B6-966E-CD73EC45753C}" dt="2025-09-16T00:05:26.158" v="1555"/>
        <pc:sldMkLst>
          <pc:docMk/>
          <pc:sldMk cId="1233997593" sldId="272"/>
        </pc:sldMkLst>
        <pc:spChg chg="del mod ord">
          <ac:chgData name="Enderson Nobre" userId="88ed2cba57ee8daf" providerId="LiveId" clId="{FE393982-FEAD-46B6-966E-CD73EC45753C}" dt="2025-09-15T19:12:43.921" v="1289" actId="700"/>
          <ac:spMkLst>
            <pc:docMk/>
            <pc:sldMk cId="1233997593" sldId="272"/>
            <ac:spMk id="2" creationId="{60B3942A-BBA0-874C-99CB-997F579F5DDA}"/>
          </ac:spMkLst>
        </pc:spChg>
        <pc:spChg chg="del mod ord">
          <ac:chgData name="Enderson Nobre" userId="88ed2cba57ee8daf" providerId="LiveId" clId="{FE393982-FEAD-46B6-966E-CD73EC45753C}" dt="2025-09-15T19:12:43.921" v="1289" actId="700"/>
          <ac:spMkLst>
            <pc:docMk/>
            <pc:sldMk cId="1233997593" sldId="272"/>
            <ac:spMk id="3" creationId="{1DECB48F-E069-0CF2-50C2-DE3B154A3DC4}"/>
          </ac:spMkLst>
        </pc:spChg>
        <pc:spChg chg="add mod ord">
          <ac:chgData name="Enderson Nobre" userId="88ed2cba57ee8daf" providerId="LiveId" clId="{FE393982-FEAD-46B6-966E-CD73EC45753C}" dt="2025-09-15T19:12:52.523" v="1311" actId="20577"/>
          <ac:spMkLst>
            <pc:docMk/>
            <pc:sldMk cId="1233997593" sldId="272"/>
            <ac:spMk id="4" creationId="{27E6F3A7-3807-92A7-3F7B-B2D03614E8F1}"/>
          </ac:spMkLst>
        </pc:spChg>
        <pc:spChg chg="add del mod ord">
          <ac:chgData name="Enderson Nobre" userId="88ed2cba57ee8daf" providerId="LiveId" clId="{FE393982-FEAD-46B6-966E-CD73EC45753C}" dt="2025-09-15T19:12:46.168" v="1290" actId="478"/>
          <ac:spMkLst>
            <pc:docMk/>
            <pc:sldMk cId="1233997593" sldId="272"/>
            <ac:spMk id="5" creationId="{2D588E73-0B91-2EFD-D390-604F8DBFE9C0}"/>
          </ac:spMkLst>
        </pc:spChg>
        <pc:picChg chg="add mod">
          <ac:chgData name="Enderson Nobre" userId="88ed2cba57ee8daf" providerId="LiveId" clId="{FE393982-FEAD-46B6-966E-CD73EC45753C}" dt="2025-09-16T00:05:26.158" v="1555"/>
          <ac:picMkLst>
            <pc:docMk/>
            <pc:sldMk cId="1233997593" sldId="272"/>
            <ac:picMk id="6" creationId="{DE75B165-357A-B189-668A-7317BDF5E9C5}"/>
          </ac:picMkLst>
        </pc:picChg>
      </pc:sldChg>
      <pc:sldChg chg="addSp modSp new mod">
        <pc:chgData name="Enderson Nobre" userId="88ed2cba57ee8daf" providerId="LiveId" clId="{FE393982-FEAD-46B6-966E-CD73EC45753C}" dt="2025-09-16T00:05:29.052" v="1556"/>
        <pc:sldMkLst>
          <pc:docMk/>
          <pc:sldMk cId="2205996601" sldId="273"/>
        </pc:sldMkLst>
        <pc:spChg chg="mod">
          <ac:chgData name="Enderson Nobre" userId="88ed2cba57ee8daf" providerId="LiveId" clId="{FE393982-FEAD-46B6-966E-CD73EC45753C}" dt="2025-09-15T19:13:02.074" v="1323" actId="20577"/>
          <ac:spMkLst>
            <pc:docMk/>
            <pc:sldMk cId="2205996601" sldId="273"/>
            <ac:spMk id="2" creationId="{06F106D9-A52E-7F1D-ED69-E1E23F246E08}"/>
          </ac:spMkLst>
        </pc:spChg>
        <pc:spChg chg="mod">
          <ac:chgData name="Enderson Nobre" userId="88ed2cba57ee8daf" providerId="LiveId" clId="{FE393982-FEAD-46B6-966E-CD73EC45753C}" dt="2025-09-15T19:17:56.674" v="1536" actId="20577"/>
          <ac:spMkLst>
            <pc:docMk/>
            <pc:sldMk cId="2205996601" sldId="273"/>
            <ac:spMk id="3" creationId="{908954DF-D8DE-F7C0-32E3-36E9A647D0C4}"/>
          </ac:spMkLst>
        </pc:spChg>
        <pc:picChg chg="add mod">
          <ac:chgData name="Enderson Nobre" userId="88ed2cba57ee8daf" providerId="LiveId" clId="{FE393982-FEAD-46B6-966E-CD73EC45753C}" dt="2025-09-16T00:05:29.052" v="1556"/>
          <ac:picMkLst>
            <pc:docMk/>
            <pc:sldMk cId="2205996601" sldId="273"/>
            <ac:picMk id="4" creationId="{E4ABF8FF-2C44-66A8-2FF9-61C39E9B96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158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07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7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62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814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06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20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105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11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2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89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19A0F9C-70E4-4170-8B04-6903C1F5D608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E87948C-E24A-4718-8A27-28CF8C83C05F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01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18EA3-9A27-35DA-71F1-C23C83F93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Banco de dados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2C434-C398-E37F-6B96-9FEC354F1E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Professor Enderson nobre santos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D2C915-A445-91F2-C4E0-272AA234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1EEAD2-1CF4-B37F-584A-88BEBA0FA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6: Funções, procedimentos e Triggers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68E735E-74EF-2E10-224B-3D046306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09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FE0DF-9432-9D51-209B-D39BADC8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202E3E-92F3-17D4-B002-893F64BCF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pt-BR" sz="3200" dirty="0"/>
              <a:t> Procedimentos e funções permitem que a lógica de negócio fique armazenada no banco de dados e seja executada a partir de comandos SQL.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pt-BR" sz="3200" dirty="0"/>
              <a:t> Isso permite que várias aplicações acessem os procedimentos e haja um único ponto de mudança, sem ter que alterar outras partes da aplicação.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E1DC1FA-8D9A-89E9-9C38-731AE879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4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D5B75-687B-713F-E2EC-A9E29437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D2CC113F-B616-360E-0F9E-BFE430ED6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4929" y="1817440"/>
            <a:ext cx="7060534" cy="432153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5075FEF-83C5-FBDA-744C-E94C01C76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0CA0F-8E92-5166-CF22-328454C2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608842C-40A4-ECDE-9C8A-0E8801365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5146" y="2480060"/>
            <a:ext cx="8842034" cy="275513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48D8ADA-E6FA-592A-8655-3C1725EE5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5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44CA1-A5D6-FFD6-E4CA-2D76389B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DF78E4C-69D6-71CD-676E-F99BA19DB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931" y="3035096"/>
            <a:ext cx="9740464" cy="16450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D86F74B-9CDD-718F-5B03-14D84489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D5C99-279E-DD62-0C26-607E866D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F5D2BFD-4795-92DD-341C-E3180378E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4029" y="1942120"/>
            <a:ext cx="6704268" cy="383101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099429F-6A9F-3AF8-F70B-6F91D493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3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C6EF6-8136-24E8-1F84-4DE79D46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48E4F58-67E6-6C97-8929-D4F7CEECA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341" y="2985934"/>
            <a:ext cx="11157644" cy="174338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C97AA76-DF9A-3501-0893-79D69E5A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3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768EA-03B9-B467-12EC-698AED9A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1A60379-C91C-AAE1-6AAB-FBDC8C9F9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004" y="3150740"/>
            <a:ext cx="11354318" cy="141377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C01CDD1-4B80-1EC0-B85F-17BC346E1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34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5F810-7697-3300-67C0-E289FE5E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291C5-1EE5-3865-45C3-3D11CFEC4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pt-BR" sz="3200" dirty="0"/>
              <a:t> Uma trigger (gatilho) é um comando que o sistema executa automaticamente como um efeito colateral de uma modificação no banco de dados.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pt-BR" sz="3200" dirty="0"/>
              <a:t> A criação de uma trigger precisa atender a dois: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BR" sz="3000" dirty="0"/>
              <a:t> Especificar quando uma trigger deve ser executada.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BR" sz="3000" dirty="0"/>
              <a:t> Especificar as ações a serem tomadas quando a trigger for executada.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BR" sz="3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AD48EC-EB19-1F7C-5297-E787EF7C9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3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6E78F-DBD4-E04C-B4D6-B0CB0BEC8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9A9EE7-B26E-BD23-84E9-0944D5B05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pt-BR" sz="3200" dirty="0"/>
              <a:t> Quando criamos uma trigger no banco de dados, o sistema assume a responsabilidade de executá-la sempre que o evento especificado ocorre e a condição correspondente é satisfeita.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6BFADE-7620-963C-D88F-0D2BF9F09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246" y="3588194"/>
            <a:ext cx="3583912" cy="238927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484E657-9226-AE10-936C-7862CD2B9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7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6E935-A5B2-56F6-C399-7A6A4672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1BA6EB-705E-1457-B3FD-D2BF52BAC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pt-BR" sz="3200" dirty="0"/>
              <a:t> Triggers são mecanismos úteis para implementar restrições de integridade específicas, alertar pessoas e iniciar tarefas automaticamente assim que certas condições são atendidas.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0ACCB0-F10B-7ECF-EE08-5047AE95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20096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4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1A447-CECC-F5A0-B0BE-5C102725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8510F3D-BA7E-9EBE-FC65-2B2E04AF2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9899" y="2269330"/>
            <a:ext cx="7392528" cy="31765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5333FC0-D68D-C58E-4576-942272BA4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7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CB3A-0684-06D2-E00E-E84C28FE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BB550F8-9F0C-52DE-8F11-8155F6F6D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88" y="3428385"/>
            <a:ext cx="11732550" cy="85848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CFD7BC9-0DA9-BF7B-E1CA-0B841A0BC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7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62526-86B6-18E0-EBCA-98513F2D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45BF849-8BC9-1450-88AF-716C4B642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8801" y="3349728"/>
            <a:ext cx="9954724" cy="10157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581C1A7-3E4A-6060-5D98-1F9350947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53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DDA14-2074-F33C-5D60-115AEA34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A4F7D9-2537-DEBB-3BB2-0F9D0054E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Devemos ter muito cuidado e pensar bem ao escrever uma trigger.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Um erro de uma trigger detectado em tempo de execução causa a falha do comando de ação que disparou a trigger.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 A ação de uma trigger pode disparar outra trigger, podendo ocasionar uma cadeia infinita de disparo.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7F50BD-58F0-924F-FF9F-1F8FC36C3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47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7E6F3A7-3807-92A7-3F7B-B2D03614E8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Próxima aula: Revisão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75B165-357A-B189-668A-7317BDF5E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97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106D9-A52E-7F1D-ED69-E1E23F24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8954DF-D8DE-F7C0-32E3-36E9A647D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Crie uma função que retorne a quantidade de filmes lançados em determinado ano.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Crie uma função que retorne o primeiro nome das pessoas.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t-BR" sz="3200" dirty="0"/>
              <a:t> Crie uma procedure que insira um novo filme ao banco de dados.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4ABF8FF-2C44-66A8-2FF9-61C39E9B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08" y="0"/>
            <a:ext cx="3058391" cy="12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966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528</TotalTime>
  <Words>308</Words>
  <Application>Microsoft Office PowerPoint</Application>
  <PresentationFormat>Widescreen</PresentationFormat>
  <Paragraphs>33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Retrospectiva</vt:lpstr>
      <vt:lpstr>Banco de dados </vt:lpstr>
      <vt:lpstr>Aula 6: Funções, procedimentos e Triggers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Triggers</vt:lpstr>
      <vt:lpstr>Triggers</vt:lpstr>
      <vt:lpstr>Triggers</vt:lpstr>
      <vt:lpstr>Triggers</vt:lpstr>
      <vt:lpstr>Triggers</vt:lpstr>
      <vt:lpstr>Triggers</vt:lpstr>
      <vt:lpstr>Triggers</vt:lpstr>
      <vt:lpstr>Próxima aula: Revisão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Enderson Nobre</dc:creator>
  <cp:lastModifiedBy>Enderson Nobre</cp:lastModifiedBy>
  <cp:revision>1</cp:revision>
  <dcterms:created xsi:type="dcterms:W3CDTF">2025-09-14T19:15:43Z</dcterms:created>
  <dcterms:modified xsi:type="dcterms:W3CDTF">2025-09-16T00:05:30Z</dcterms:modified>
</cp:coreProperties>
</file>